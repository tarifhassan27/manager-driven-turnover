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Synthetic-data survival analysis project. The hook is the 25x spread; the credibility comes from the sealed-parameter validation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Tenure is the survival clock, not a covariate — that handles managers with many new hires. The permutation test exists because 180 manager dummies would overfit 2,500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null result. Concordance 0.51 means the structural covariates are effectively a coin flip.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Centerpiece. Each bar is one manager, sorted by exit hazard. Zero of 500 permutations reached the observed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differentiator. Blind validation wasn't just anti-circularity hygiene — it caught a positional-alignment bug that would have shipped as a false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is new in this portfolio. The grade filter is the point: the manager effect holds inside individual grade bands, not only in aggregate.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2026-09-18T06:39:14Z</dcterms:created>
  <dcterms:modified xsi:type="dcterms:W3CDTF">2026-09-18T06:39:14Z</dcterms:modified>
</cp:coreProperties>
</file>